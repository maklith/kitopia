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19f8a513f4535" /><Relationship Type="http://schemas.openxmlformats.org/officeDocument/2006/relationships/extended-properties" Target="/docProps/app.xml" Id="Rc8e5331399ec4c17" /><Relationship Type="http://schemas.openxmlformats.org/officeDocument/2006/relationships/officeDocument" Target="/ppt/presentation.xml" Id="Ra4ff67442536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264d025804181"/>
  </p:sldMasterIdLst>
  <p:notesMasterIdLst>
    <p:notesMasterId xmlns:r="http://schemas.openxmlformats.org/officeDocument/2006/relationships" r:id="R4172546131e14940"/>
  </p:notesMasterIdLst>
  <p:sldIdLst>
    <p:sldId xmlns:r="http://schemas.openxmlformats.org/officeDocument/2006/relationships" id="256" r:id="Rc14504e9d8114ab8"/>
    <p:sldId xmlns:r="http://schemas.openxmlformats.org/officeDocument/2006/relationships" id="257" r:id="Rbc3fcf1481ed454c"/>
    <p:sldId xmlns:r="http://schemas.openxmlformats.org/officeDocument/2006/relationships" id="258" r:id="R5784d259f48e44ea"/>
    <p:sldId xmlns:r="http://schemas.openxmlformats.org/officeDocument/2006/relationships" id="259" r:id="R4f9e5af0720b4883"/>
    <p:sldId xmlns:r="http://schemas.openxmlformats.org/officeDocument/2006/relationships" id="260" r:id="R6a43254846d14965"/>
    <p:sldId xmlns:r="http://schemas.openxmlformats.org/officeDocument/2006/relationships" id="261" r:id="R3c03e9cc1ea94dc1"/>
    <p:sldId xmlns:r="http://schemas.openxmlformats.org/officeDocument/2006/relationships" id="262" r:id="Rf0c2d17ca0074562"/>
    <p:sldId xmlns:r="http://schemas.openxmlformats.org/officeDocument/2006/relationships" id="263" r:id="Rea9987c402874b15"/>
    <p:sldId xmlns:r="http://schemas.openxmlformats.org/officeDocument/2006/relationships" id="264" r:id="Ra3ab5788fb634a88"/>
    <p:sldId xmlns:r="http://schemas.openxmlformats.org/officeDocument/2006/relationships" id="265" r:id="R2b17647f56674027"/>
    <p:sldId xmlns:r="http://schemas.openxmlformats.org/officeDocument/2006/relationships" id="266" r:id="R8bb09f3e206f4046"/>
    <p:sldId xmlns:r="http://schemas.openxmlformats.org/officeDocument/2006/relationships" id="267" r:id="R80b10ca6ffaa49cf"/>
    <p:sldId xmlns:r="http://schemas.openxmlformats.org/officeDocument/2006/relationships" id="268" r:id="Rfbbb4e6231514748"/>
    <p:sldId xmlns:r="http://schemas.openxmlformats.org/officeDocument/2006/relationships" id="269" r:id="Rd9dffe30ca254e57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2e39b8180441b6" /><Relationship Type="http://schemas.openxmlformats.org/officeDocument/2006/relationships/slideMaster" Target="/ppt/slideMasters/slideMaster1.xml" Id="R7b7264d025804181" /><Relationship Type="http://schemas.openxmlformats.org/officeDocument/2006/relationships/notesMaster" Target="/ppt/notesMasters/notesMaster1.xml" Id="R4172546131e14940" /><Relationship Type="http://schemas.openxmlformats.org/officeDocument/2006/relationships/presProps" Target="/ppt/presProps.xml" Id="R3d789128171d4bda" /><Relationship Type="http://schemas.openxmlformats.org/officeDocument/2006/relationships/viewProps" Target="/ppt/viewProps.xml" Id="R97d902b9497e482f" /><Relationship Type="http://schemas.openxmlformats.org/officeDocument/2006/relationships/tableStyles" Target="/ppt/tableStyles.xml" Id="R4e53a466f870462d" /><Relationship Type="http://schemas.openxmlformats.org/officeDocument/2006/relationships/slide" Target="/ppt/slides/slide1.xml" Id="Rc14504e9d8114ab8" /><Relationship Type="http://schemas.openxmlformats.org/officeDocument/2006/relationships/slide" Target="/ppt/slides/slide2.xml" Id="Rbc3fcf1481ed454c" /><Relationship Type="http://schemas.openxmlformats.org/officeDocument/2006/relationships/slide" Target="/ppt/slides/slide3.xml" Id="R5784d259f48e44ea" /><Relationship Type="http://schemas.openxmlformats.org/officeDocument/2006/relationships/slide" Target="/ppt/slides/slide4.xml" Id="R4f9e5af0720b4883" /><Relationship Type="http://schemas.openxmlformats.org/officeDocument/2006/relationships/slide" Target="/ppt/slides/slide5.xml" Id="R6a43254846d14965" /><Relationship Type="http://schemas.openxmlformats.org/officeDocument/2006/relationships/slide" Target="/ppt/slides/slide6.xml" Id="R3c03e9cc1ea94dc1" /><Relationship Type="http://schemas.openxmlformats.org/officeDocument/2006/relationships/slide" Target="/ppt/slides/slide7.xml" Id="Rf0c2d17ca0074562" /><Relationship Type="http://schemas.openxmlformats.org/officeDocument/2006/relationships/slide" Target="/ppt/slides/slide8.xml" Id="Rea9987c402874b15" /><Relationship Type="http://schemas.openxmlformats.org/officeDocument/2006/relationships/slide" Target="/ppt/slides/slide9.xml" Id="Ra3ab5788fb634a88" /><Relationship Type="http://schemas.openxmlformats.org/officeDocument/2006/relationships/slide" Target="/ppt/slides/slide10.xml" Id="R2b17647f56674027" /><Relationship Type="http://schemas.openxmlformats.org/officeDocument/2006/relationships/slide" Target="/ppt/slides/slide11.xml" Id="R8bb09f3e206f4046" /><Relationship Type="http://schemas.openxmlformats.org/officeDocument/2006/relationships/slide" Target="/ppt/slides/slide12.xml" Id="R80b10ca6ffaa49cf" /><Relationship Type="http://schemas.openxmlformats.org/officeDocument/2006/relationships/slide" Target="/ppt/slides/slide13.xml" Id="Rfbbb4e6231514748" /><Relationship Type="http://schemas.openxmlformats.org/officeDocument/2006/relationships/slide" Target="/ppt/slides/slide14.xml" Id="Rd9dffe30ca25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7dab9b9784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27d58e5e045cf" /><Relationship Type="http://schemas.openxmlformats.org/officeDocument/2006/relationships/notesMaster" Target="/ppt/notesMasters/notesMaster1.xml" Id="R73bc457271e542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4326428c6c46f4" /><Relationship Type="http://schemas.openxmlformats.org/officeDocument/2006/relationships/notesMaster" Target="/ppt/notesMasters/notesMaster1.xml" Id="R1780cb206be14b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072cd33b84147" /><Relationship Type="http://schemas.openxmlformats.org/officeDocument/2006/relationships/notesMaster" Target="/ppt/notesMasters/notesMaster1.xml" Id="R393051535cbc45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cbf5f54cad4802" /><Relationship Type="http://schemas.openxmlformats.org/officeDocument/2006/relationships/notesMaster" Target="/ppt/notesMasters/notesMaster1.xml" Id="R3deb6d5d10264a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3ec7d04a794333" /><Relationship Type="http://schemas.openxmlformats.org/officeDocument/2006/relationships/notesMaster" Target="/ppt/notesMasters/notesMaster1.xml" Id="Rfe40a11e74ba43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df4b1a231b4328" /><Relationship Type="http://schemas.openxmlformats.org/officeDocument/2006/relationships/notesMaster" Target="/ppt/notesMasters/notesMaster1.xml" Id="R4f29cee0863f48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d1075f74434494" /><Relationship Type="http://schemas.openxmlformats.org/officeDocument/2006/relationships/notesMaster" Target="/ppt/notesMasters/notesMaster1.xml" Id="R8e1f3f36ade14f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2b0b7ac44240b6" /><Relationship Type="http://schemas.openxmlformats.org/officeDocument/2006/relationships/notesMaster" Target="/ppt/notesMasters/notesMaster1.xml" Id="R4a20108e696448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6a609565044019" /><Relationship Type="http://schemas.openxmlformats.org/officeDocument/2006/relationships/notesMaster" Target="/ppt/notesMasters/notesMaster1.xml" Id="Rd110c8778b1c45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c089ef41fb48aa" /><Relationship Type="http://schemas.openxmlformats.org/officeDocument/2006/relationships/notesMaster" Target="/ppt/notesMasters/notesMaster1.xml" Id="R5b77ee404bc649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b3e2c330e74df1" /><Relationship Type="http://schemas.openxmlformats.org/officeDocument/2006/relationships/notesMaster" Target="/ppt/notesMasters/notesMaster1.xml" Id="Rf08e92c156ae4c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18caff7a0f4908" /><Relationship Type="http://schemas.openxmlformats.org/officeDocument/2006/relationships/notesMaster" Target="/ppt/notesMasters/notesMaster1.xml" Id="R6f8ddfa4599346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e61e1595c14f37" /><Relationship Type="http://schemas.openxmlformats.org/officeDocument/2006/relationships/notesMaster" Target="/ppt/notesMasters/notesMaster1.xml" Id="R42af1f32737d4d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ebe388dfea460c" /><Relationship Type="http://schemas.openxmlformats.org/officeDocument/2006/relationships/notesMaster" Target="/ppt/notesMasters/notesMaster1.xml" Id="R898f9c5c7b30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Preview image source: Misaka Mikoto, A Certain Scientific Railgun T official character page. https://toaru-project.com/railgun_t/chara/mikoto.html</a:t>
            </a:r>
          </a:p>
          <a:p xmlns:a="http://schemas.openxmlformats.org/drawingml/2006/main">
            <a:r>
              <a:t>Image: https://toaru-project.com/railgun_t/core_sys/images/contents/00000008/block/00000001/00000242.jpg</a:t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Preview image source: Misaka Mikoto, A Certain Scientific Railgun T official character page. https://toaru-project.com/railgun_t/chara/mikoto.html</a:t>
            </a:r>
          </a:p>
          <a:p xmlns:a="http://schemas.openxmlformats.org/drawingml/2006/main">
            <a:r>
              <a:t>Image: https://toaru-project.com/railgun_t/core_sys/images/contents/00000008/block/00000001/00000242.jpg</a:t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source: plugins/KitopiaEx/BatchRename/BatchRenameViewModel.cs and BatchRenameWindow.axaml. Screenshots rendered by docs/tools/render using Avalonia Headless and Skia. Compression creates renamed image copies and preserves original images. Other files are renamed or moved.</a:t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80f4e56c7442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45d54d1ac544ab" /><Relationship Type="http://schemas.openxmlformats.org/officeDocument/2006/relationships/slideLayout" Target="/ppt/slideLayouts/slideLayout1.xml" Id="R8f9e435190074c2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9e435190074c2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33746da8c48fe" /><Relationship Type="http://schemas.openxmlformats.org/officeDocument/2006/relationships/image" Target="/ppt/media/image.png" Id="Rf71e298daf9b49f4" /><Relationship Type="http://schemas.openxmlformats.org/officeDocument/2006/relationships/image" Target="/ppt/media/image2.png" Id="Rd23ee0eb402b45d4" /><Relationship Type="http://schemas.openxmlformats.org/officeDocument/2006/relationships/notesSlide" Target="/ppt/notesSlides/notesSlide1.xml" Id="R84b3688b2c0342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cba80e612445a" /><Relationship Type="http://schemas.openxmlformats.org/officeDocument/2006/relationships/image" Target="/ppt/media/image3.png" Id="R5faf8ecda6af413d" /><Relationship Type="http://schemas.openxmlformats.org/officeDocument/2006/relationships/notesSlide" Target="/ppt/notesSlides/notesSlide2.xml" Id="Rd1adb28f62a445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d7c3d4b7f493f" /><Relationship Type="http://schemas.openxmlformats.org/officeDocument/2006/relationships/image" Target="/ppt/media/image4.png" Id="R12536dc7eaee4a44" /><Relationship Type="http://schemas.openxmlformats.org/officeDocument/2006/relationships/image" Target="/ppt/media/image5.png" Id="R37118dcd955b4735" /><Relationship Type="http://schemas.openxmlformats.org/officeDocument/2006/relationships/notesSlide" Target="/ppt/notesSlides/notesSlide3.xml" Id="Rbea7fc89d65649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1fed857c746bd" /><Relationship Type="http://schemas.openxmlformats.org/officeDocument/2006/relationships/image" Target="/ppt/media/image6.png" Id="R5c5242fbeb6b4b7d" /><Relationship Type="http://schemas.openxmlformats.org/officeDocument/2006/relationships/notesSlide" Target="/ppt/notesSlides/notesSlide4.xml" Id="R3b26b26cb20048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28be6be534841" /><Relationship Type="http://schemas.openxmlformats.org/officeDocument/2006/relationships/image" Target="/ppt/media/image7.png" Id="Rd3cadc11396e4eee" /><Relationship Type="http://schemas.openxmlformats.org/officeDocument/2006/relationships/notesSlide" Target="/ppt/notesSlides/notesSlide5.xml" Id="R50ba8785f4cd40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bd01d30a64720" /><Relationship Type="http://schemas.openxmlformats.org/officeDocument/2006/relationships/image" Target="/ppt/media/image8.png" Id="R00117cd9c7ab4450" /><Relationship Type="http://schemas.openxmlformats.org/officeDocument/2006/relationships/image" Target="/ppt/media/image9.png" Id="R62a3cbaacf484ba0" /><Relationship Type="http://schemas.openxmlformats.org/officeDocument/2006/relationships/notesSlide" Target="/ppt/notesSlides/notesSlide6.xml" Id="Rf078ba85fa6f48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27fbbe5bf40f3" /><Relationship Type="http://schemas.openxmlformats.org/officeDocument/2006/relationships/image" Target="/ppt/media/image10.png" Id="Rba412859c85a4a1c" /><Relationship Type="http://schemas.openxmlformats.org/officeDocument/2006/relationships/image" Target="/ppt/media/image11.png" Id="Reab98e7a07ad44d1" /><Relationship Type="http://schemas.openxmlformats.org/officeDocument/2006/relationships/notesSlide" Target="/ppt/notesSlides/notesSlide7.xml" Id="Rdda4650f400b45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03dd4c8974f6e" /><Relationship Type="http://schemas.openxmlformats.org/officeDocument/2006/relationships/image" Target="/ppt/media/image12.png" Id="R5fa355c008a744c0" /><Relationship Type="http://schemas.openxmlformats.org/officeDocument/2006/relationships/notesSlide" Target="/ppt/notesSlides/notesSlide8.xml" Id="R91744c7a81704a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95ef3bf2e49d8" /><Relationship Type="http://schemas.openxmlformats.org/officeDocument/2006/relationships/image" Target="/ppt/media/image13.png" Id="Ra1cb013a66eb4123" /><Relationship Type="http://schemas.openxmlformats.org/officeDocument/2006/relationships/notesSlide" Target="/ppt/notesSlides/notesSlide9.xml" Id="Rcdb170aefb604c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d455108dd4cd9" /><Relationship Type="http://schemas.openxmlformats.org/officeDocument/2006/relationships/image" Target="/ppt/media/image14.png" Id="Ra401fc2e686e48ee" /><Relationship Type="http://schemas.openxmlformats.org/officeDocument/2006/relationships/notesSlide" Target="/ppt/notesSlides/notesSlide10.xml" Id="R169468c0473140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907c707f9433d" /><Relationship Type="http://schemas.openxmlformats.org/officeDocument/2006/relationships/image" Target="/ppt/media/image15.png" Id="R03577437ec884dd6" /><Relationship Type="http://schemas.openxmlformats.org/officeDocument/2006/relationships/image" Target="/ppt/media/image16.png" Id="Rb899a5dbfd9a4947" /><Relationship Type="http://schemas.openxmlformats.org/officeDocument/2006/relationships/notesSlide" Target="/ppt/notesSlides/notesSlide11.xml" Id="Re4b33ec77fdc43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98272cb8b4ee4" /><Relationship Type="http://schemas.openxmlformats.org/officeDocument/2006/relationships/notesSlide" Target="/ppt/notesSlides/notesSlide12.xml" Id="Rdaacbb22b8f84f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89082986d4183" /><Relationship Type="http://schemas.openxmlformats.org/officeDocument/2006/relationships/notesSlide" Target="/ppt/notesSlides/notesSlide13.xml" Id="Rd27e5baa00cc42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82e513ae6497b" /><Relationship Type="http://schemas.openxmlformats.org/officeDocument/2006/relationships/notesSlide" Target="/ppt/notesSlides/notesSlide14.xml" Id="Ra960b11bb49748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C68EA94-9D0B-47EE-8D46-A87CC7BB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4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34FFEC6-C929-4567-A851-CFB3528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2ADFFE-B3E5-4152-ABE7-5136F8EF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6400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300">
                <a:solidFill>
                  <a:srgbClr val="0064FA"/>
                </a:solidFill>
                <a:latin typeface="Microsoft YaHei"/>
                <a:ea typeface="Microsoft YaHei"/>
                <a:cs typeface="Microsoft YaHei"/>
              </a:rPr>
              <a:t>OPEN SOURCE · FREE · PLUGINS · NODES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658A0D0-4AD6-415B-AEA8-2580165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6400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Kitopia</a:t>
            </a:r>
            <a:endParaRPr sz="6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C07111-3429-4E29-9ED5-DCC4ECB3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Your desktop productivity toolkit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F878C6-C0BC-4A32-B64F-A1200A7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2044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Open source tools with plugins and visual workflows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BFE1A5E-0586-4751-B620-1F277E9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237744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006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15C077-0AEA-4458-9346-12CF5C0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Version 1.0.0 released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90536F-3AA3-4E55-AB6D-DF193AC6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34340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github.com/Maklith/Kitopia</a:t>
            </a:r>
            <a:endParaRPr sz="1300"/>
          </a:p>
        </p:txBody>
      </p:sp>
      <p:pic>
        <p:nvPicPr>
          <p:cNvPr id="900" name="Kitopia screenshot preview">
            <a:extLst xmlns:a="http://schemas.openxmlformats.org/drawingml/2006/main">
              <a:ext uri="{FF2B5EF4-FFF2-40B4-BE49-F238E27FC236}">
                <a16:creationId xmlns:a16="http://schemas.microsoft.com/office/drawing/2014/main" id="{BCC639F2-B8F1-41FF-9464-A651DC70AC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e298daf9b49f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295796" y="1143000"/>
            <a:ext cx="3433769" cy="2479944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  <p:pic>
        <p:nvPicPr>
          <p:cNvPr id="901" name="Kitopia screenshot search">
            <a:extLst xmlns:a="http://schemas.openxmlformats.org/drawingml/2006/main">
              <a:ext uri="{FF2B5EF4-FFF2-40B4-BE49-F238E27FC236}">
                <a16:creationId xmlns:a16="http://schemas.microsoft.com/office/drawing/2014/main" id="{ABF35A81-822E-4E4B-8DAA-3ABC7B05D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ee0eb402b45d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949440" y="3098808"/>
            <a:ext cx="3931920" cy="2183035"/>
          </a:xfrm>
          <a:prstGeom xmlns:a="http://schemas.openxmlformats.org/drawingml/2006/main" prst="roundRect">
            <a:avLst>
              <a:gd name="adj" fmla="val 4305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4411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7A1D82D-23EA-4A2A-A5CC-4E1ECAE4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5B5C87-87B6-4544-AB66-68A68CB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D02BF9-28BF-44B1-966B-27D25B17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WHY KITOPIA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519A660-3686-42DC-8670-E039C6FC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Kitopia: A Customizable Productivity Platform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311427-4EC4-42FF-A028-440E36DD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02  /  Kitopia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1FE9A1-97D7-4A05-A80A-ADEA5C0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Combine tools from different plugins to build workflows for your daily tasks.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5FCE847-6DCA-4BE8-A21C-FB6F028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6754BA3-0A95-428F-B4A9-68CCEA7F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212848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C04059-E77C-4417-A8D5-E7924799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212848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E3BDE1-6980-43BC-8BAB-0AB91EA9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76272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Open Source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A69C086-8744-477D-9D09-26AC1D4F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5146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Free local tools, built with the community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D900E9-9310-42B6-BA54-CBE6681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990088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03450F-ECF7-4FFB-8E8A-B87D11BB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099816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6336925-45EB-4873-A60F-4C5406B2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09981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8B9CE4F-AC15-414C-B3BD-5B5D83A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063240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Plugin Architecture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F69CCE7-3785-4042-BA56-4C0CF76C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01568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Load on demand. Extend with the SDK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0DF5EF-F401-4010-9D10-B33FE1BE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877056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19E3DD4-2F18-4579-9115-29B302FD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98678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82F6D2-68DD-4BD5-B5BB-B53BF49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98678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B33B92-6498-4ECE-A5DE-C1E6A7D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50208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Visual Workflows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0E5B180-F910-4233-B311-1B30BF15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288536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Connect nodes to build custom scenarios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8C15C0-172D-4F02-AC61-2A579D02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764024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A5E30B6-A7A9-4908-A5E0-C1C15CB2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873752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480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A2D42D-2FB3-493F-9A50-222B2334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873752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EAD5863-0047-4E65-8B49-9D1C5DED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37176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Cross-Platform Core</a:t>
            </a:r>
            <a:endParaRPr sz="15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624180B-37D4-4D45-A254-8469F0D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17550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Built on Avalonia. Windows comes first</a:t>
            </a:r>
            <a:endParaRPr sz="1100"/>
          </a:p>
        </p:txBody>
      </p:sp>
      <p:pic>
        <p:nvPicPr>
          <p:cNvPr id="900" name="Kitopia screenshot overview">
            <a:extLst xmlns:a="http://schemas.openxmlformats.org/drawingml/2006/main">
              <a:ext uri="{FF2B5EF4-FFF2-40B4-BE49-F238E27FC236}">
                <a16:creationId xmlns:a16="http://schemas.microsoft.com/office/drawing/2014/main" id="{FC40FD75-C2B5-4379-BD86-A62CB1981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f8ecda6af413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38548" y="2103120"/>
            <a:ext cx="6478183" cy="3455031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0350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66D939-809F-4B51-A723-D5C0D33E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7CE1D-33F3-4E33-9F61-5F56B05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68A4E1-96B2-4BB4-B61E-CAFB079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LAUNCHER · Alt + Space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68F649-CAF1-4D4F-8240-3396F83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Search, Launch and Preview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E9F1C-2DA6-40AC-B568-C1EA80E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03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533133-825C-43E0-B811-A91998B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9CC175-E6BA-4785-A57C-86B435F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Quick Launch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32BF45-2CA7-4A7B-A6C9-74D9D32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Launch apps, files and folders. Run as admin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F566EB6-ABCA-49EF-9C17-B4AB08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3A325D-258E-4152-83F8-BCA6AFF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Everything Search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8143FE-94F8-4F6B-B2D8-4B435DB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Search files across your drives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0A26C6F-D07F-4105-9324-8A5DA5A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5A0CBD-7FD3-49FC-90BA-8F1A1D2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Clipboard Actions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23B7C2-8A89-4202-88A7-1A727D0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Recognize paths in the clipboard and open them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32F00-4726-47A9-8EC0-F0344635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D807B9-4DC8-470C-B1C9-9A91852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Web and Commands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5C1950-819E-4F5A-B553-57E37F1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Open websites, search the web or run shell commands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E2F893C-030F-4262-B686-4CE0F891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F40B06-8D25-416D-848C-DAF4033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Everyday Tools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E9DAA7-F443-4123-92D4-950BAE1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Calculations, clipboard image saving and translation</a:t>
            </a:r>
            <a:endParaRPr sz="1250"/>
          </a:p>
        </p:txBody>
      </p:sp>
      <p:pic>
        <p:nvPicPr>
          <p:cNvPr id="900" name="Kitopia screenshot searchpdf">
            <a:extLst xmlns:a="http://schemas.openxmlformats.org/drawingml/2006/main">
              <a:ext uri="{FF2B5EF4-FFF2-40B4-BE49-F238E27FC236}">
                <a16:creationId xmlns:a16="http://schemas.microsoft.com/office/drawing/2014/main" id="{4D10E4C8-9CC2-4E55-971E-6604F2279D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36dc7eaee4a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086600" y="1325880"/>
            <a:ext cx="4480560" cy="3584448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search">
            <a:extLst xmlns:a="http://schemas.openxmlformats.org/drawingml/2006/main">
              <a:ext uri="{FF2B5EF4-FFF2-40B4-BE49-F238E27FC236}">
                <a16:creationId xmlns:a16="http://schemas.microsoft.com/office/drawing/2014/main" id="{6FD5F46B-566A-4110-B72F-10EE145CED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18dcd955b47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943600" y="3749040"/>
            <a:ext cx="4206240" cy="2333412"/>
          </a:xfrm>
          <a:prstGeom xmlns:a="http://schemas.openxmlformats.org/drawingml/2006/main" prst="roundRect">
            <a:avLst>
              <a:gd name="adj" fmla="val 4305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318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1012BE-6E2F-4837-ADF1-231EBB4F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02FC436-2AA1-47A9-9791-03C12CCC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0D1EB8-8888-4EC8-86ED-186E19B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SCREENSHOT · Ctrl + Alt + Q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DE23AF-21F5-4411-AA6D-05CF5142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Screenshots, HDR and Scrolling Capture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3BC9A5C-E015-4293-9541-1EFF5FC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04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78F9826-F140-4E1C-B2AB-AAB422FF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20823E5-FFCD-4CC2-A62E-4AECCE2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122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F77B4D-5CCB-4CE3-B257-9327C91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122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D94A7B0-88EF-424A-9741-0BCE27F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842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HDR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1F9D70-6F68-46DD-9921-EE8461F3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Capture high dynamic range color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5F150F6-E3E4-4B98-893F-67A72517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7830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F42935-B316-4DF6-B1D0-6C55B54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C0B7D3-49B2-4514-ABA5-445FA37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E071F2-0352-4EEF-9538-9BDB6A19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9842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Scroll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57E0063-627A-4EE1-A15A-4B91C58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Scroll to capture long pages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08437DA-9AA0-4765-BEDD-1CCE7438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42D0B82-AAA7-47FB-9277-AD497160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838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7DFDD5-1A83-41B3-9559-060C6A0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838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EF6142-C93D-4E81-B694-2F215D5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3558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Annotate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413EC91-EA4E-4F08-9E36-5031F2E1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7216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Shapes, arrows, pens, text and mosaic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23BF1CB-ABCD-4710-A5C0-B0BCCD6E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546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B9D3171-5CB8-4237-983A-2974801B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4838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1DE1C6C-CB27-4DE8-BD6F-F74455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4838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860241E-02B0-4235-8D26-2043E128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3558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OCR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6009329-3B7C-4EC1-B8B0-ECBA32C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216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Extract text from screenshots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4A3B220-30C5-41D1-84C0-BB11675E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5E49CA7-6185-42D2-8A19-6DFB6BA4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554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C5210EB-889E-42BE-AE92-8DC4A950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554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</a:t>
            </a:r>
            <a:endParaRPr sz="16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095864-5F62-496C-8598-2A514252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274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QR Codes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C1EF2C8-7867-481B-B9A1-19558DB7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932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Read QR codes in images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13B3E01-A04D-4A0A-AF8E-855926B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5262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4CF1AC4-A012-4481-9CC5-2D920667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554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5BF2CA2-1BF9-4FFC-9C43-B1812916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554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endParaRPr sz="16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BDB967C-686C-4FC1-83EB-D63DD961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7274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Translate</a:t>
            </a:r>
            <a:endParaRPr sz="16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C808423-1898-4E68-93D0-ED1E3A28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0932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Translate captured text</a:t>
            </a:r>
            <a:endParaRPr sz="11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DEBCB8B-7214-41E1-A681-5150E803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846320"/>
            <a:ext cx="5806440" cy="9144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0B1A2E"/>
          </a:solidFill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BC21806-175C-481B-B5EA-FC9CB37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074920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Pin Image</a:t>
            </a:r>
            <a:endParaRPr sz="20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55D0482-A7DD-46B3-A660-B7146B4D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956048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9C7DA"/>
                </a:solidFill>
                <a:latin typeface="Microsoft YaHei"/>
                <a:ea typeface="Microsoft YaHei"/>
                <a:cs typeface="Microsoft YaHei"/>
              </a:rPr>
              <a:t>Keep a screenshot on top for reference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7A66EB6-57C3-4841-B507-D9FE0445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321808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CC2FF"/>
                </a:solidFill>
                <a:latin typeface="Microsoft YaHei"/>
                <a:ea typeface="Microsoft YaHei"/>
                <a:cs typeface="Microsoft YaHei"/>
              </a:rPr>
              <a:t>Quick Look: select a file in Explorer and press Space</a:t>
            </a:r>
            <a:endParaRPr sz="1050"/>
          </a:p>
        </p:txBody>
      </p:sp>
      <p:pic>
        <p:nvPicPr>
          <p:cNvPr id="950" name="Kitopia screenshot capture">
            <a:extLst xmlns:a="http://schemas.openxmlformats.org/drawingml/2006/main">
              <a:ext uri="{FF2B5EF4-FFF2-40B4-BE49-F238E27FC236}">
                <a16:creationId xmlns:a16="http://schemas.microsoft.com/office/drawing/2014/main" id="{4F7D6110-275C-4530-A5A1-50209B870A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242fbeb6b4b7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027227" y="1783080"/>
            <a:ext cx="5273426" cy="2812494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195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E367C57-9256-446E-B721-D15EA4A8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BC00D5A-C1A8-43D2-A364-3F2A2105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F20A56-E9AC-4C1D-92EE-981D88C0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SCENARIOS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1241C7-DD90-4161-8734-DF0366A2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Build Workflows with Visual Nodes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1451B3-9C62-4408-B40C-D1EF5611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05  /  Kitopia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366D91A-BF72-4751-A342-BDE55967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Connect built-in and plugin tools in a visual editor inspired by Unreal Engine Blueprints.</a:t>
            </a:r>
            <a:endParaRPr sz="140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9E43B4A6-1E36-4210-AE77-CA170E78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520440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E6339BC9-E80E-4F8F-8EEF-A1D710F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Visual Editor</a:t>
            </a:r>
            <a:endParaRPr sz="140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89CEF0BA-1C2F-4694-A687-7C209FE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303520"/>
            <a:ext cx="1828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Arrange logic on a canvas</a:t>
            </a:r>
            <a:endParaRPr sz="115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794B5114-DA94-48EF-B08F-A51689A2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03520"/>
            <a:ext cx="3520440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9007059F-6380-41CA-8E64-EB69225D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30352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Plugin Tools</a:t>
            </a:r>
            <a:endParaRPr sz="1400"/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A9292E4E-3389-48E8-B22F-80DE7ED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1828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Combine capabilities</a:t>
            </a:r>
            <a:endParaRPr sz="1150"/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7616F02A-C4C8-4B72-A9E5-22B1404D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303520"/>
            <a:ext cx="3520440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B7E2A130-73C9-47E4-A2A9-2A1E721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Market</a:t>
            </a:r>
            <a:endParaRPr sz="1400"/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CB6B018D-2186-48AD-BAFE-BCE77402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5303520"/>
            <a:ext cx="1828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Upload, download and import scenarios</a:t>
            </a:r>
            <a:endParaRPr sz="1150"/>
          </a:p>
        </p:txBody>
      </p:sp>
      <p:pic>
        <p:nvPicPr>
          <p:cNvPr id="950" name="Kitopia screenshot nodes">
            <a:extLst xmlns:a="http://schemas.openxmlformats.org/drawingml/2006/main">
              <a:ext uri="{FF2B5EF4-FFF2-40B4-BE49-F238E27FC236}">
                <a16:creationId xmlns:a16="http://schemas.microsoft.com/office/drawing/2014/main" id="{8E2A0785-8F76-4C73-8383-76F98A1E5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adc11396e4ee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237092" y="1920240"/>
            <a:ext cx="5728447" cy="3246120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7114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28C0E2-0C0A-41DC-BAF6-F146A38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EB4B46-A96E-4E01-A453-760CFA20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0EF88E-7251-43B8-944D-4040C1B7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DEVICE LINK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71ADCD-2BB6-4C36-88E9-9862C25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Chat and Share Files Across Devices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AB90E9-ECB5-4783-B396-F9C204A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06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844C5C-39AE-4E60-B6D7-52BF8739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785EBB1-DB5A-47D3-9D4D-D41FD87C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Automatic Discovery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2258978-417C-4614-8CEC-E65341C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Find Windows and Android devices on your LAN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71D2FED-9A14-4A46-9D60-5C0D8A3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C9BE3-B83B-4D33-8EA8-BCD7B358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Device Chat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F0CC0F-0731-4604-B859-567C8BAB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Send and receive messages between devices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B9E570-247B-4180-BA1A-B308EE32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FDB59B8-13E6-4023-A2E0-2AD0261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File Transfers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2CF7E5-E953-46E9-8CBD-C2C727B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Share files with progress and speed indicators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D2D9021-5DAE-4DBD-9835-6F2FDFBA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D197BAB-8A4C-4420-B865-2F96462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Receive Confirmation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917EEFE-56EF-45CF-8023-6BAFB49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Accept or reject incoming files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412EB6-8EAF-4AEE-AE35-809AA878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D06741-ACCD-490C-9441-F46D0B51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Android Companion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66988B4-FC34-4A9A-820A-9F542967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Chat and exchange files from your phone</a:t>
            </a:r>
            <a:endParaRPr sz="1250"/>
          </a:p>
        </p:txBody>
      </p:sp>
      <p:pic>
        <p:nvPicPr>
          <p:cNvPr id="900" name="Kitopia screenshot desk">
            <a:extLst xmlns:a="http://schemas.openxmlformats.org/drawingml/2006/main">
              <a:ext uri="{FF2B5EF4-FFF2-40B4-BE49-F238E27FC236}">
                <a16:creationId xmlns:a16="http://schemas.microsoft.com/office/drawing/2014/main" id="{97836828-9625-4A2F-AF7A-8C21CD491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17cd9c7ab445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989321" y="1783080"/>
            <a:ext cx="4846318" cy="3028949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mobile">
            <a:extLst xmlns:a="http://schemas.openxmlformats.org/drawingml/2006/main">
              <a:ext uri="{FF2B5EF4-FFF2-40B4-BE49-F238E27FC236}">
                <a16:creationId xmlns:a16="http://schemas.microsoft.com/office/drawing/2014/main" id="{59384DA8-F43D-48E3-8E65-50DBDD99B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3cbaacf484ba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692640" y="2436349"/>
            <a:ext cx="1770221" cy="3631223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434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C3A9C8-0A22-46AD-A28A-0364752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AE28D1-076F-43BB-B0AF-14598750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5C6EE8-2A23-48F0-818E-AB0AC9C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MORE TOOLS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5469E51-A7FA-4FEC-8440-32465395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Selection Translation and Image Compression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D85956-AF2D-458F-9700-10B5FBD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07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DE2CB74-B08B-4724-B54C-3F4C67D2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105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6213877-1329-4EA4-966F-F3C0FC1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373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Selection Translation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57D02B-C659-478B-8E2D-4BE4BB5B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1408"/>
            <a:ext cx="5120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Translate selected text with language detection.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Copy results or pin the window while reading.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C7A522-C617-4ED6-8A6C-9BC472F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105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6AAFB-693B-48D7-921F-DF86FAC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Batch Image Compression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51C948-C7EE-475B-9AC0-FB025A86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21408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Export multiple images to WebP and other formats.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Choose quality, lossless mode and resolution.</a:t>
            </a:r>
            <a:endParaRPr sz="1250"/>
          </a:p>
        </p:txBody>
      </p:sp>
      <p:pic>
        <p:nvPicPr>
          <p:cNvPr id="900" name="Kitopia screenshot xlate">
            <a:extLst xmlns:a="http://schemas.openxmlformats.org/drawingml/2006/main">
              <a:ext uri="{FF2B5EF4-FFF2-40B4-BE49-F238E27FC236}">
                <a16:creationId xmlns:a16="http://schemas.microsoft.com/office/drawing/2014/main" id="{07C112D9-91D0-4ED1-A403-89EFF8C61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12859c85a4a1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68680" y="3017520"/>
            <a:ext cx="4209053" cy="3108960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compress">
            <a:extLst xmlns:a="http://schemas.openxmlformats.org/drawingml/2006/main">
              <a:ext uri="{FF2B5EF4-FFF2-40B4-BE49-F238E27FC236}">
                <a16:creationId xmlns:a16="http://schemas.microsoft.com/office/drawing/2014/main" id="{98ED11BA-3437-47D3-8454-153F3D710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98e7a07ad44d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00643" y="3017520"/>
            <a:ext cx="4957531" cy="3108960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8244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66D939-809F-4B51-A723-D5C0D33E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7CE1D-33F3-4E33-9F61-5F56B05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68A4E1-96B2-4BB4-B61E-CAFB079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VIDEO COMPRESSION · KitopiaEx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68F649-CAF1-4D4F-8240-3396F83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Batch Video Compression and Conversion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E9F1C-2DA6-40AC-B568-C1EA80E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08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533133-825C-43E0-B811-A91998B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9CC175-E6BA-4785-A57C-86B435F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Batch Processing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32BF45-2CA7-4A7B-A6C9-74D9D32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Add videos or folders. View output sizes and status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F566EB6-ABCA-49EF-9C17-B4AB08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3A325D-258E-4152-83F8-BCA6AFF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Formats and Codecs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8143FE-94F8-4F6B-B2D8-4B435DB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MP4 / WebM / MKV / MOV, H.264 / HEVC / VP9 / AV1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0A26C6F-D07F-4105-9324-8A5DA5A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5A0CBD-7FD3-49FC-90BA-8F1A1D2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Quality and Target Size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23B7C2-8A89-4202-88A7-1A727D0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Compress by quality or a target size ratio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32F00-4726-47A9-8EC0-F0344635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D807B9-4DC8-470C-B1C9-9A91852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Resolution and Audio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5C1950-819E-4F5A-B553-57E37F1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Resize, limit dimensions and retain audio tracks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E2F893C-030F-4262-B686-4CE0F891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F40B06-8D25-416D-848C-DAF4033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HDR and Conversion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E9DAA7-F443-4123-92D4-950BAE1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Convert HDR to SDR or change the container</a:t>
            </a:r>
            <a:endParaRPr sz="1250"/>
          </a:p>
        </p:txBody>
      </p:sp>
      <p:pic>
        <p:nvPicPr>
          <p:cNvPr id="900" name="Kitopia screenshot searchpdf">
            <a:extLst xmlns:a="http://schemas.openxmlformats.org/drawingml/2006/main">
              <a:ext uri="{FF2B5EF4-FFF2-40B4-BE49-F238E27FC236}">
                <a16:creationId xmlns:a16="http://schemas.microsoft.com/office/drawing/2014/main" id="{EE47CA59-7163-4BCC-A64A-2444263B2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355c008a744c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15050" y="1743075"/>
            <a:ext cx="5448300" cy="3971925"/>
          </a:xfrm>
          <a:prstGeom xmlns:a="http://schemas.openxmlformats.org/drawingml/2006/main" prst="roundRect">
            <a:avLst>
              <a:gd name="adj" fmla="val 317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6101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66D939-809F-4B51-A723-D5C0D33E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7CE1D-33F3-4E33-9F61-5F56B05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68A4E1-96B2-4BB4-B61E-CAFB079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BATCH RENAME · KitopiaEx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68F649-CAF1-4D4F-8240-3396F83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Batch File Renaming with a Live Preview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E9F1C-2DA6-40AC-B568-C1EA80E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09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533133-825C-43E0-B811-A91998B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9CC175-E6BA-4785-A57C-86B435F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Naming Rules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32BF45-2CA7-4A7B-A6C9-74D9D32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Set a base name, add a prefix or suffix, or replace text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F566EB6-ABCA-49EF-9C17-B4AB08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3A325D-258E-4152-83F8-BCA6AFF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Sorting and Numbering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8143FE-94F8-4F6B-B2D8-4B435DB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Sort files and choose the first number and digit count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0A26C6F-D07F-4105-9324-8A5DA5A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5A0CBD-7FD3-49FC-90BA-8F1A1D2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Conflict Preview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23B7C2-8A89-4202-88A7-1A727D0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Compare old and new names. Check conflicts before running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32F00-4726-47A9-8EC0-F0344635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D807B9-4DC8-470C-B1C9-9A91852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Compressed Image Copies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5C1950-819E-4F5A-B553-57E37F1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Export renamed WebP, JPEG or PNG copies. Keep originals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E2F893C-030F-4262-B686-4CE0F891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F40B06-8D25-416D-848C-DAF4033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Explorer Integration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E9DAA7-F443-4123-92D4-950BAE1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Add files or folders, or open from the context menu</a:t>
            </a:r>
            <a:endParaRPr sz="1250"/>
          </a:p>
        </p:txBody>
      </p:sp>
      <p:pic>
        <p:nvPicPr>
          <p:cNvPr id="900" name="Kitopia screenshot searchpdf">
            <a:extLst xmlns:a="http://schemas.openxmlformats.org/drawingml/2006/main">
              <a:ext uri="{FF2B5EF4-FFF2-40B4-BE49-F238E27FC236}">
                <a16:creationId xmlns:a16="http://schemas.microsoft.com/office/drawing/2014/main" id="{EE47CA59-7163-4BCC-A64A-2444263B2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b013a66eb41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953125" y="2171700"/>
            <a:ext cx="5610225" cy="3725513"/>
          </a:xfrm>
          <a:prstGeom xmlns:a="http://schemas.openxmlformats.org/drawingml/2006/main" prst="roundRect">
            <a:avLst>
              <a:gd name="adj" fmla="val 338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6101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D83517D-8BA7-4204-B9E3-BEFE63FC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C6D95C-1139-45C5-9F14-C88C250F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6C440D-D514-407E-8023-C216A747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WINDOWS INTEGRATION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57B646-4786-487D-91F3-7B88CC0B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Windows File Locks and Always on Top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6BEDE2-2281-4D5A-9A95-7D2F070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10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4781056-1BDF-4EBF-ABBA-3D9AC7B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A57012-CE17-470B-BACC-2ED8662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File Lock Detection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B14FF-2199-4150-AB85-2A705DAD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Find processes holding a file, or monitor all locks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AA5C3C-B3E9-4A60-B7EA-BD9E5926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1657E9A-D7D0-4B88-A7FE-E6613109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Unlock Files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8FF28BF-DCC1-40DF-A592-6934CDD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Release selected handles or all handles for a file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3F00E48-B81E-4503-B5DF-D325B47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FCC1CE-71E9-4D36-B795-962209B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End a Process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BE3D38-94F3-4595-A171-ED0E3C3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End a locking process when you need to move a file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EC02BE-3029-4AF8-86DE-4ED0A8B4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794267F-6F4B-49C3-8216-E2E3A7E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Always on Top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6A6A67-8234-439B-AB6B-980ECBC0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Ctrl + Alt + T toggles the active window on top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2F5E95F-5C14-4B3D-A974-AF16FF52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EB60146-1101-4A52-9C32-3DCFF933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Explorer Context Menu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F7C3448-F762-44F5-BBDF-69DFB33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Open LAN sharing, compression, renaming and indexing</a:t>
            </a:r>
            <a:endParaRPr sz="1250"/>
          </a:p>
        </p:txBody>
      </p:sp>
      <p:pic>
        <p:nvPicPr>
          <p:cNvPr id="900" name="Kitopia screenshot filelock">
            <a:extLst xmlns:a="http://schemas.openxmlformats.org/drawingml/2006/main">
              <a:ext uri="{FF2B5EF4-FFF2-40B4-BE49-F238E27FC236}">
                <a16:creationId xmlns:a16="http://schemas.microsoft.com/office/drawing/2014/main" id="{E43E78EF-14F1-459D-B050-6CA4BB751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1fc2e686e48ee"/>
          <a:srcRect xmlns:a="http://schemas.openxmlformats.org/drawingml/2006/main" l="0" t="100" r="0" b="100"/>
          <a:stretch xmlns:a="http://schemas.openxmlformats.org/drawingml/2006/main"/>
        </p:blipFill>
        <p:spPr>
          <a:xfrm xmlns:a="http://schemas.openxmlformats.org/drawingml/2006/main" flipH="0" flipV="0">
            <a:off x="6115050" y="2074187"/>
            <a:ext cx="5448300" cy="3309700"/>
          </a:xfrm>
          <a:prstGeom xmlns:a="http://schemas.openxmlformats.org/drawingml/2006/main" prst="roundRect">
            <a:avLst>
              <a:gd name="adj" fmla="val 317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9680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134EA5-020C-49CD-B9CB-EDF2C98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88E7B6-ACF2-4DF3-97B7-25A4B39C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84E0A8-71FA-42A5-877E-BCE43E52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QUICK LOOK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08B5C0A-9518-407E-AAA6-58A6DADD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Quick Look: Select a File and Preview It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54C186-440E-4A17-B28D-3499709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11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C0ABE1A-9594-4192-A24D-72FAAC0A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DC8FB2-034F-4561-A7A8-543A59F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Explorer Preview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8A0C5BD-3CC4-43AC-9A65-7144722D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Select a file and press Space to open its preview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AFF2414-D379-4B93-974A-F45A8CA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9E52B5D-1597-4A5B-B7F3-E4AE8A47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In-Search Preview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D714CF5-72A3-4548-882E-02BB6F82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Preview files next to Alt + Space search results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97E29FD-75B5-4C05-8651-94A0799D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023B2B2-3225-47F0-96DF-AB8D0D86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PDF Reading Tools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116CEC-A9FB-449F-BF31-D3FFDDCF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Zoom, navigate pages, rotate and search PDFs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8ABFA53-8E78-4BA4-B0C3-1B6E53A7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B9EA067-B0AD-4C5C-990E-38A4ED4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Open in the Default App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5D827F-0983-4AE4-9B33-BD7F4D57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Choose "Open file" to continue in the default app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7D4819B-EC82-4C2C-A299-1B2B33D9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E031353-F92A-43D8-B041-A09AD740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Full Screen and File Details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968833-06F5-4920-B3F9-F453FDBB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View full screen and check file size and modified time</a:t>
            </a:r>
            <a:endParaRPr sz="1250"/>
          </a:p>
        </p:txBody>
      </p:sp>
      <p:pic>
        <p:nvPicPr>
          <p:cNvPr id="900" name="Kitopia screenshot quicklook">
            <a:extLst xmlns:a="http://schemas.openxmlformats.org/drawingml/2006/main">
              <a:ext uri="{FF2B5EF4-FFF2-40B4-BE49-F238E27FC236}">
                <a16:creationId xmlns:a16="http://schemas.microsoft.com/office/drawing/2014/main" id="{E1441EBB-BE5B-45A3-B737-A97671CE6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77437ec884dd6"/>
          <a:srcRect xmlns:a="http://schemas.openxmlformats.org/drawingml/2006/main" l="0" t="100" r="0" b="100"/>
          <a:stretch xmlns:a="http://schemas.openxmlformats.org/drawingml/2006/main"/>
        </p:blipFill>
        <p:spPr>
          <a:xfrm xmlns:a="http://schemas.openxmlformats.org/drawingml/2006/main" flipH="0" flipV="0">
            <a:off x="7178040" y="1417320"/>
            <a:ext cx="4389120" cy="3163218"/>
          </a:xfrm>
          <a:prstGeom xmlns:a="http://schemas.openxmlformats.org/drawingml/2006/main" prst="roundRect">
            <a:avLst>
              <a:gd name="adj" fmla="val 317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search preview">
            <a:extLst xmlns:a="http://schemas.openxmlformats.org/drawingml/2006/main">
              <a:ext uri="{FF2B5EF4-FFF2-40B4-BE49-F238E27FC236}">
                <a16:creationId xmlns:a16="http://schemas.microsoft.com/office/drawing/2014/main" id="{0B20A7EE-2287-442A-AEBA-E097869B8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9a5dbfd9a49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943600" y="3154680"/>
            <a:ext cx="3657600" cy="2929050"/>
          </a:xfrm>
          <a:prstGeom xmlns:a="http://schemas.openxmlformats.org/drawingml/2006/main" prst="roundRect">
            <a:avLst>
              <a:gd name="adj" fmla="val 4305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8407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1805B02-8B59-48C2-B49B-1AC56A98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04F43D-F07F-4488-BD99-7C36FD72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04644D-1A7F-4830-B737-6775D121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ECOSYSTEM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3D34ED-3AE0-4D1B-B161-E42A186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Plugins and Local AI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6C3C35-C235-4158-82CB-2ABCB65D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12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0145AF5-521A-46FE-9FCC-267E5AC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4206240" cy="443484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6B78F3-2ECD-4990-A5D7-E14955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D02A11-9F97-442E-A2A2-18130C2F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6A9531-2D38-48DE-B94E-3CF1311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889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Plugin Center</a:t>
            </a:r>
            <a:endParaRPr sz="2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1DFB0C6-56EC-40C2-BB1F-1EED324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37560"/>
            <a:ext cx="36118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Install and manage plugins in one place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Extend tools with the Plugin SDK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Browse ratings, tags and download progress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18123-F8DB-4ACA-B122-6D53C041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Contribute code or build a plugin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35F2C65-E6E1-4DCE-B7AF-7F3C92C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86D7D5-BF33-4C37-B9C3-3D84888B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7BE6F0-8AA9-44B6-9011-F65E0DE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D21CA0B-F780-4BCA-8A77-C9F7BC5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Local AI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EE6207F-F78F-43EF-80B6-90A16245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ONNX: CPU / GPU / OpenVINO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99EA89A-A063-4C9F-97F8-4355FA2D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587D434-C946-4BBE-BB5C-FBFD069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5C2E9FE-6D4F-4470-BAA0-1FAE75B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F46AAD-A4F3-4730-8298-44846128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Explorer Menu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2861B57-788C-44B8-9344-971BA36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Access tools from file context menus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C073968-9E2D-465F-84B4-B3DBA90D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8E104F6-6B40-4F6B-882F-1126C8B3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480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F9A36AF-6469-4AC7-94BF-8DE9E1C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71CBE33-36C0-4B3E-B78D-5E191AFE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Notifications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7D6A0A7-28E2-41E3-B2FC-203E80F7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View notifications and clear them all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D4ABD1-A0D7-4D04-B65F-1EE08D88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254914D-62A1-45F7-8291-3DCE9E41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60ED35-B6FA-4445-8106-D2A8B19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2310218-F3AE-48CB-9011-572B7630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Updates</a:t>
            </a:r>
            <a:endParaRPr sz="14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D157EB4-723E-4703-A134-A833D7E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Silent install. Opt into prereleases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A3CEFD6-BDCA-43B7-96BD-86709F83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640F068-35F0-43C0-B637-33834FE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4C9A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AD5DBBE-F86A-4877-BC99-CCFEFE9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  <a:endParaRPr sz="16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4BC6776-C55E-40D5-B8C4-16A31C8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Themes</a:t>
            </a:r>
            <a:endParaRPr sz="14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0C498B5-0832-4723-A700-C4D69D2D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Use system colors or customize</a:t>
            </a:r>
            <a:endParaRPr sz="11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BDCA831-BF00-4BFA-B62F-9922FD71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4DA9DAD-67DA-4797-BA06-5F1D6981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B647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8ABDCD6-F128-4DEA-B03F-779DEF7D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</a:t>
            </a:r>
            <a:endParaRPr sz="16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B85D56B-5A92-4733-9244-502C5997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Languages</a:t>
            </a:r>
            <a:endParaRPr sz="14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46C2165-1765-48DB-971B-F65A5087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Chinese and English localization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08023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16B65D-FE81-4B97-8913-E48CA46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A01D2D-16DE-43C1-A19D-C104D19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9C62ED-CD62-4AAE-A0D9-1CB42EA0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DEVELOPER GUIDE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C5FD8B0-F313-437C-A496-5DE399B1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Plugin Development in Six Steps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B5B155-5988-4539-9830-BB25378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13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9646175-03A9-46BB-879D-08AB1CCD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4206240" cy="443484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498F31-A023-4254-8FD7-CBDECD7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3426AA-0F90-4F8A-B1F8-C2D525A8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&lt;/&gt;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69ACD7-293E-41AC-A454-64BB77C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889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How Plugins Run</a:t>
            </a:r>
            <a:endParaRPr sz="2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7B9FD19-31AF-432C-BB84-0665637C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37560"/>
            <a:ext cx="36118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Each plugin loads in its own AssemblyLoadContext for isolation and unloading.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The host manages Init, Load and Enable stages.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Plugins can depend on other plugins. See KitopiaEx for an example.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5D6E93-10F7-4D21-AF26-8AE18A9B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Plugin SDK: Kitopia.Desktop.PluginSdk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7400043-3BEE-4458-97C8-EB4487D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11B46A4-07DF-499F-A469-5B3C8832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B743FD-F4B2-4913-A891-6D20D3ED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E570E41-36F5-452F-8C16-6A44BA5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Create a Library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85AA6DE-3909-49C7-8DE0-3F46D191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Create a .NET class library and configure its project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E69F6EA-7B33-4B6C-9147-FC411AB9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D06A7A-95DC-430A-A4E6-CE5EA602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517CB80-F97F-4544-B05B-42D80C2D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C85F9D-8249-4687-B35F-7AC67355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Reference the SDK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F0A758B-72E9-4196-935F-4A9E7206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Use host services for capture, clipboard and notifications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F4FFDE3-306D-4008-B187-CA756FA2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280C574-F4A7-400C-A17B-3CBDD19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480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64F214C-965E-4164-B842-2BCD646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966B0E-3CDF-4A85-BDA4-8E8C410E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Write manifest.json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9255AEA-3533-42DE-B2FA-647CB6E3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Declare Id, Name, Main and Dependencies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DB2A1E9-BAA9-4F86-8B4C-8DA9431C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C5AE866-4D8C-499C-8182-812BFF7F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2F0F4DA-905D-47BD-87E9-302B9922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E624F16-2627-48ED-BBEC-43C4F87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Implement IPlugin</a:t>
            </a:r>
            <a:endParaRPr sz="14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905F971-EA81-4D4F-972E-6E07304D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Handle OnEnabled and OnDisabled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CDA894D-D844-4981-A01B-B8159285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D05A96F-19A9-4F4D-9469-F604EAF0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4C9A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28BD5F7-1AF8-4214-A362-74ABFC0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16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D9C89DA-9D4B-45DB-A4EF-2C134456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Register Services</a:t>
            </a:r>
            <a:endParaRPr sz="14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04E5DE4-2546-4FF2-AB55-C7F7CA1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Expose scenario methods through ServiceCollection</a:t>
            </a:r>
            <a:endParaRPr sz="11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E1AEDF4-F797-43DA-9337-3A38C6D5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3BE34AA6-94AF-4D91-8743-9354B80F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B647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24B8AEA-26B7-451B-911E-5D2FF386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16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9BF1020-8718-48BB-8F6E-2CC4BAD3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Publish a Plugin</a:t>
            </a:r>
            <a:endParaRPr sz="14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1454173-58E6-456C-BDC4-87C6907F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Upload a release for users to install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867935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CABAE5-CD20-4430-A765-8936C9CA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4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4A597F-C656-49D7-B407-721AD621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61E2E8-CAFA-4F33-A1E5-EF81E0B7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300">
                <a:solidFill>
                  <a:srgbClr val="0064FA"/>
                </a:solidFill>
                <a:latin typeface="Microsoft YaHei"/>
                <a:ea typeface="Microsoft YaHei"/>
                <a:cs typeface="Microsoft YaHei"/>
              </a:rPr>
              <a:t>GET STARTED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D0C111-5ADD-413D-B543-AFB60037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6868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000"/>
            </a:defPPr>
          </a:lstStyle>
          <a:p xmlns:a="http://schemas.openxmlformats.org/drawingml/2006/main">
            <a:pPr marL="0" indent="0">
              <a:buNone/>
              <a:defRPr sz="3000"/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Kitopia 1.0.0 Is Available</a:t>
            </a:r>
            <a:endParaRPr sz="3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17D3A8-3BF3-4CA7-926D-E6E0FD25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5DB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D4A4A52-4F8F-4FB0-BCFF-6A6B3B14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B160F06-FC15-465A-A1A5-4B1437B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0.3.7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AEE83D-1760-44E7-A7CD-3EAE893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Plugin and scenario markets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7DF1CEF-0990-4296-8B72-65C5FD3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00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DEFAEA-1ACD-4FBA-83E3-6D8690DB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0.3.8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454D563-BF1E-4268-901A-648CED79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Languages and theme colors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F245805-B0AB-48AA-B5A9-E602F4F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D99F9E4-B6E7-4339-A5CC-9B256211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0.4.0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4C70D7-5DB8-44D1-8AE0-A792B787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Translation and image compression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F7F49D9-EDA0-4E71-B594-2913B2E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48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6C2B309-F7C1-45E2-AB1C-B168D6EF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0.4.1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8FBDB3D-98FF-4936-A2A9-87A281C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Notifications and file transfers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BA92DE4-694C-4D26-A188-2BF5251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B113E44-01E0-42A4-9987-0758B392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64FA"/>
                </a:solidFill>
                <a:latin typeface="Segoe UI"/>
                <a:ea typeface="Segoe UI"/>
                <a:cs typeface="Segoe UI"/>
              </a:rPr>
              <a:t>1.0.0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8481BA6-CA7E-447C-8041-CC5C9138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Stable release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0C44996-E7E6-45ED-8A27-9CE22BFA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233172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06BAD45-8144-409B-93DD-C2D6596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2336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1,300+</a:t>
            </a:r>
            <a:endParaRPr sz="2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10CFD03-3970-45D8-866E-C8A99358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17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Commits and ongoing development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B83FF90-9E0F-4D80-BA55-090304B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840480"/>
            <a:ext cx="233172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45083AC-EFB7-4361-9C97-A0FD7ABC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2336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x64 / ARM64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A730FBB-D6AB-48CE-99BF-A8AFB4C5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617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Windows installers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4C164ED-B9BD-4732-B440-92799E7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840480"/>
            <a:ext cx="233172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CCB328-752D-48C3-9B3A-F8035EDE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02336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Avalonia</a:t>
            </a:r>
            <a:endParaRPr sz="2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8389D1D-F8A4-4178-8CB4-AF06E090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Cross-platform .NET UI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A9005CD-C8F8-4B46-9F09-1D650AFA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15468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6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66A0DC-1EDE-4198-907A-6C2D6EC6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005072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Download</a:t>
            </a:r>
            <a:endParaRPr sz="2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1BE63B3-DFC4-41B9-8D3A-5BEA31E3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480560"/>
            <a:ext cx="2788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F1FB"/>
                </a:solidFill>
                <a:latin typeface="Segoe UI"/>
                <a:ea typeface="Segoe UI"/>
                <a:cs typeface="Segoe UI"/>
              </a:rPr>
              <a:t>GitHub Releases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F1FB"/>
                </a:solidFill>
                <a:latin typeface="Segoe UI"/>
                <a:ea typeface="Segoe UI"/>
                <a:cs typeface="Segoe UI"/>
              </a:rPr>
              <a:t>github.com/Maklith/Kitopia</a:t>
            </a:r>
            <a:endParaRPr sz="11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806CEFA-51F8-4BF2-977A-08C5AD4F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521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Star the project, report issues or contribute a PR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578666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2026-10-16T06:11:49.0980000Z</dcterms:created>
  <dcterms:modified xsi:type="dcterms:W3CDTF">2026-10-16T06:11:49.0980000Z</dcterms:modified>
</coreProperties>
</file>